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015" r:id="rId1"/>
  </p:sldMasterIdLst>
  <p:notesMasterIdLst>
    <p:notesMasterId r:id="rId12"/>
  </p:notesMasterIdLst>
  <p:sldIdLst>
    <p:sldId id="256" r:id="rId2"/>
    <p:sldId id="267" r:id="rId3"/>
    <p:sldId id="259" r:id="rId4"/>
    <p:sldId id="268" r:id="rId5"/>
    <p:sldId id="257" r:id="rId6"/>
    <p:sldId id="261" r:id="rId7"/>
    <p:sldId id="269" r:id="rId8"/>
    <p:sldId id="270" r:id="rId9"/>
    <p:sldId id="271" r:id="rId10"/>
    <p:sldId id="272" r:id="rId11"/>
  </p:sldIdLst>
  <p:sldSz cx="14630400" cy="8229600"/>
  <p:notesSz cx="8229600" cy="14630400"/>
  <p:embeddedFontLst>
    <p:embeddedFont>
      <p:font typeface="Barlow Bold" panose="020B0604020202020204" charset="0"/>
      <p:bold r:id="rId13"/>
    </p:embeddedFont>
    <p:embeddedFont>
      <p:font typeface="Montserrat" panose="00000500000000000000" pitchFamily="2" charset="0"/>
      <p:regular r:id="rId14"/>
      <p:bold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AAE5E-2F76-42A3-9BD8-866AD6F4A05B}" v="1" dt="2025-11-17T15:54:51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araganesh8@gmail.com" userId="f5d85253f6237fc1" providerId="LiveId" clId="{FA7C267E-72A6-4C27-930F-3E2AE9F13614}"/>
    <pc:docChg chg="modSld">
      <pc:chgData name="keesaraganesh8@gmail.com" userId="f5d85253f6237fc1" providerId="LiveId" clId="{FA7C267E-72A6-4C27-930F-3E2AE9F13614}" dt="2025-11-17T15:55:44.640" v="57" actId="14100"/>
      <pc:docMkLst>
        <pc:docMk/>
      </pc:docMkLst>
      <pc:sldChg chg="addSp modSp mod">
        <pc:chgData name="keesaraganesh8@gmail.com" userId="f5d85253f6237fc1" providerId="LiveId" clId="{FA7C267E-72A6-4C27-930F-3E2AE9F13614}" dt="2025-11-17T15:55:44.640" v="57" actId="14100"/>
        <pc:sldMkLst>
          <pc:docMk/>
          <pc:sldMk cId="0" sldId="256"/>
        </pc:sldMkLst>
        <pc:spChg chg="add mod">
          <ac:chgData name="keesaraganesh8@gmail.com" userId="f5d85253f6237fc1" providerId="LiveId" clId="{FA7C267E-72A6-4C27-930F-3E2AE9F13614}" dt="2025-11-17T15:55:44.640" v="57" actId="14100"/>
          <ac:spMkLst>
            <pc:docMk/>
            <pc:sldMk cId="0" sldId="256"/>
            <ac:spMk id="2" creationId="{E96E0DA3-3296-CE56-B036-2100858FC28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4T06:19:46.3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0 251,'5'0,"13"0,18 0,20 0,10 5,0 2,4-1,-5 0,-2-3,-8 0,-1-2,-6 0,-5-1,-4-1,-5 1,-2 0,-1 0,-1-1,0 1,5 0,2 0,6 0,0 0,-2-5,3-2,-1 0,3 2,-1 1,2 2,4 1,3 0,-2 1,1-5,-3-1,0-1,-3-3,1-1,-3 2,8 3,-1 2,-9-4,-1-1,3 2,-2 2,4 1,3-3,4-1,4-4,2 0,-4-3,-1 0,-4 4,-6-2,-5 1,-9-2,-16 0,-20 4,-16 3,-8 2,-5 3,-7 1,-13 2,-2 4,3 3,6-1,4-1,6-2,-3 4,-4 0,-16 4,-13 1,-11 2,-12 5,-5-2,-1-3,6 0,14-1,5-4,5-3,-1-3,12-2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4T06:19:46.7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17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9569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90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1311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7210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6589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778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6793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653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985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971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66832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875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9632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6209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161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9693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793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284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247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57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0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5" r:id="rId19"/>
    <p:sldLayoutId id="2147484037" r:id="rId20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customXml" Target="../ink/ink2.xml"/><Relationship Id="rId5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39951" y="1929161"/>
            <a:ext cx="11467575" cy="442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Lost &amp; Found Portal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033132" y="3010829"/>
            <a:ext cx="11831418" cy="229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Revolutionizing Campus Item Recovery</a:t>
            </a: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2CF881-601A-701C-7109-079D040207F3}"/>
                  </a:ext>
                </a:extLst>
              </p14:cNvPr>
              <p14:cNvContentPartPr/>
              <p14:nvPr/>
            </p14:nvContentPartPr>
            <p14:xfrm>
              <a:off x="13492958" y="7849563"/>
              <a:ext cx="920160" cy="10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2CF881-601A-701C-7109-079D040207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83958" y="7795563"/>
                <a:ext cx="9378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189BA0-8868-F725-41E4-AC8741001D53}"/>
                  </a:ext>
                </a:extLst>
              </p14:cNvPr>
              <p14:cNvContentPartPr/>
              <p14:nvPr/>
            </p14:nvContentPartPr>
            <p14:xfrm>
              <a:off x="13849358" y="791760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189BA0-8868-F725-41E4-AC8741001D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840718" y="7863603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96E0DA3-3296-CE56-B036-2100858FC285}"/>
              </a:ext>
            </a:extLst>
          </p:cNvPr>
          <p:cNvSpPr txBox="1"/>
          <p:nvPr/>
        </p:nvSpPr>
        <p:spPr>
          <a:xfrm>
            <a:off x="7315200" y="5151863"/>
            <a:ext cx="3479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2403A52241-AKHIL</a:t>
            </a:r>
          </a:p>
          <a:p>
            <a:r>
              <a:rPr lang="en-IN" dirty="0"/>
              <a:t>2403A52239-GANESH</a:t>
            </a:r>
          </a:p>
          <a:p>
            <a:r>
              <a:rPr lang="en-IN" dirty="0"/>
              <a:t>2403A52242-HEMANTH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69A4-2E1A-F365-FC54-11A3EB67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1" y="979964"/>
            <a:ext cx="10316002" cy="1336515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/>
                </a:solidFill>
                <a:latin typeface="Barlow Bold" panose="00000800000000000000" pitchFamily="2" charset="-120"/>
                <a:ea typeface="Barlow Bold" panose="00000800000000000000" pitchFamily="2" charset="-12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9462-04E4-E667-E2AB-7277B3614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develop a centralized digital platform that enables students and staff to report, search, and recover lost items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portal aims to reduce manual tracking, improve recovery rates, and foster a more connected campus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48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2095" y="450890"/>
            <a:ext cx="5061585" cy="43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Stakeholders: Who Benefits?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2095" y="1126212"/>
            <a:ext cx="799980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successful Lost &amp; Found Portal requires collaboration and will significantly benefit various groups within the university.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095" y="1832967"/>
            <a:ext cx="408623" cy="408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2095" y="2445901"/>
            <a:ext cx="215098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Students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72095" y="2812733"/>
            <a:ext cx="799980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primary beneficiaries, gaining a reliable way to recover personal belongings swiftly.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095" y="3401139"/>
            <a:ext cx="408623" cy="4086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2095" y="4014073"/>
            <a:ext cx="215098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Faculty &amp; Staff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72095" y="4380905"/>
            <a:ext cx="799980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burden of managing lost items, focusing more on their core responsibilities.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095" y="4969312"/>
            <a:ext cx="408623" cy="4086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2095" y="5582245"/>
            <a:ext cx="215098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Campus Security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72095" y="5949077"/>
            <a:ext cx="799980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Streamlined process for handling found items and verifying claims, improving efficiency.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095" y="6537484"/>
            <a:ext cx="408623" cy="40862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2095" y="7150418"/>
            <a:ext cx="2150983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Administrative Office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572095" y="7517249"/>
            <a:ext cx="7999809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campus service reputation and improved operational flow regarding lost property.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3B0A-657D-20B0-45E4-7E51B182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Barlow Bold" panose="00000800000000000000" pitchFamily="2" charset="-120"/>
                <a:ea typeface="Barlow Bold" panose="00000800000000000000" pitchFamily="2" charset="-120"/>
              </a:rPr>
              <a:t>Programming Languages, Tools, and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2EB31-165D-2690-59C0-CBFEC4E9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702" y="2174488"/>
            <a:ext cx="10192101" cy="5075147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Frontend</a:t>
            </a:r>
            <a:r>
              <a:rPr lang="en-IN" dirty="0"/>
              <a:t>: HTML, CSS, JavaScript</a:t>
            </a:r>
          </a:p>
          <a:p>
            <a:pPr marL="0" indent="0">
              <a:buNone/>
            </a:pPr>
            <a:r>
              <a:rPr lang="en-IN" b="1" dirty="0"/>
              <a:t>Backend</a:t>
            </a:r>
            <a:r>
              <a:rPr lang="en-IN" dirty="0"/>
              <a:t>: Flask (Python) or Node.js with Express</a:t>
            </a:r>
          </a:p>
          <a:p>
            <a:pPr marL="0" indent="0">
              <a:buNone/>
            </a:pPr>
            <a:r>
              <a:rPr lang="en-IN" b="1" dirty="0"/>
              <a:t>Database</a:t>
            </a:r>
            <a:r>
              <a:rPr lang="en-IN" dirty="0"/>
              <a:t>: MongoDB</a:t>
            </a:r>
          </a:p>
          <a:p>
            <a:pPr marL="0" indent="0">
              <a:buNone/>
            </a:pPr>
            <a:r>
              <a:rPr lang="en-IN" b="1" dirty="0"/>
              <a:t>Authentication</a:t>
            </a:r>
            <a:r>
              <a:rPr lang="en-IN" dirty="0"/>
              <a:t>: JWT (JSON Web Tokens)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02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7132" y="635437"/>
            <a:ext cx="13226162" cy="98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Campus Conundrum: Lost &amp; Found Inefficiencies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47132" y="1623658"/>
            <a:ext cx="10259122" cy="785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1728312" y="3017639"/>
            <a:ext cx="4003416" cy="2044184"/>
          </a:xfrm>
          <a:prstGeom prst="roundRect">
            <a:avLst>
              <a:gd name="adj" fmla="val 536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312" y="3017639"/>
            <a:ext cx="111640" cy="204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50574" y="3144645"/>
            <a:ext cx="7286308" cy="392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Informal &amp; Slow Processes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050574" y="3649623"/>
            <a:ext cx="3681153" cy="120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recovery methods rely on word-of-mouth or fragmented departmental efforts, making the process cumbersome and lengthy.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928517" y="3017639"/>
            <a:ext cx="3820954" cy="2044184"/>
          </a:xfrm>
          <a:prstGeom prst="roundRect">
            <a:avLst>
              <a:gd name="adj" fmla="val 536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517" y="3017639"/>
            <a:ext cx="100361" cy="2044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4205" y="3144645"/>
            <a:ext cx="4627884" cy="392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Lack of Visibility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274205" y="3649623"/>
            <a:ext cx="3233854" cy="120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centralized system, there's no clear way for individuals to track their lost items or know where to report found ones.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572000" y="5249585"/>
            <a:ext cx="4460488" cy="2344579"/>
          </a:xfrm>
          <a:prstGeom prst="roundRect">
            <a:avLst>
              <a:gd name="adj" fmla="val 468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249585"/>
            <a:ext cx="122663" cy="23445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51141" y="5460206"/>
            <a:ext cx="3942233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Centralized System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4951142" y="5979556"/>
            <a:ext cx="3679902" cy="1403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absence of a unified platform exacerbates the problem, creating confusion and reducing the likelihood of successful item reunification.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540" y="552807"/>
            <a:ext cx="4232077" cy="528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 in Focus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03540" y="1584246"/>
            <a:ext cx="2811304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User-Friendly Reporting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03540" y="2115860"/>
            <a:ext cx="636651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intuitive forms make reporting a lost or found item straightforward. Users can upload multiple photos and provide comprehensive details to increase matching accuracy.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3540" y="3261122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Fields: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3540" y="3763447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 Name &amp; Category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3540" y="4155162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Description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3540" y="4546878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 Seen/Found Location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3540" y="4938593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&amp; Time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3540" y="5330309"/>
            <a:ext cx="636651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 Upload (multiple)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9368"/>
            <a:ext cx="3824868" cy="4222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7FB22-ED35-B916-7A29-6086FDD2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solidFill>
                  <a:schemeClr val="tx2"/>
                </a:solidFill>
              </a:rPr>
              <a:t>Frontend View of Your Web Application</a:t>
            </a:r>
            <a:endParaRPr lang="en-IN" sz="3200" i="1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44714-46B7-04D6-597B-A2ADD1D10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195" y="2592388"/>
            <a:ext cx="9494784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8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DCAF-EBDF-2387-BCA6-B270B535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B3BE2-FF7F-D568-2303-213E9E55D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974" y="731520"/>
            <a:ext cx="10316002" cy="651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5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3995-E2FB-8C26-DF77-0333AC76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BFFE84-9BAC-DC1A-BA1B-31B78BF24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802" y="731520"/>
            <a:ext cx="10316002" cy="651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3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BB98-8DF0-A65E-5AF3-68C288BD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D5EC8-1105-3C52-7F18-E76D42FEA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802" y="731520"/>
            <a:ext cx="10316002" cy="651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395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323</Words>
  <Application>Microsoft Office PowerPoint</Application>
  <PresentationFormat>Custom</PresentationFormat>
  <Paragraphs>48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Trebuchet MS</vt:lpstr>
      <vt:lpstr>Barlow Bold</vt:lpstr>
      <vt:lpstr>Montserrat</vt:lpstr>
      <vt:lpstr>Arial</vt:lpstr>
      <vt:lpstr>Wingdings 3</vt:lpstr>
      <vt:lpstr>Facet</vt:lpstr>
      <vt:lpstr>PowerPoint Presentation</vt:lpstr>
      <vt:lpstr>objective</vt:lpstr>
      <vt:lpstr>PowerPoint Presentation</vt:lpstr>
      <vt:lpstr>Programming Languages, Tools, and Software</vt:lpstr>
      <vt:lpstr>PowerPoint Presentation</vt:lpstr>
      <vt:lpstr>PowerPoint Presentation</vt:lpstr>
      <vt:lpstr>Frontend View of Your Web Application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keesaraganesh8@gmail.com</cp:lastModifiedBy>
  <cp:revision>4</cp:revision>
  <dcterms:created xsi:type="dcterms:W3CDTF">2025-11-14T06:16:38Z</dcterms:created>
  <dcterms:modified xsi:type="dcterms:W3CDTF">2025-11-17T15:55:48Z</dcterms:modified>
</cp:coreProperties>
</file>